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26/09/27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HealthConnect</a:t>
            </a:r>
          </a:p>
          <a:p>
            <a:pPr>
              <a:defRPr sz="2700" b="1">
                <a:solidFill>
                  <a:srgbClr val="FFFFFF"/>
                </a:solidFill>
              </a:defRPr>
            </a:pPr>
            <a:r>
              <a:t>Final Analytics &amp; Decision Support</a:t>
            </a:r>
          </a:p>
          <a:p>
            <a:pPr>
              <a:defRPr sz="1700">
                <a:solidFill>
                  <a:srgbClr val="D2E1F2"/>
                </a:solidFill>
              </a:defRPr>
            </a:pPr>
            <a:r>
              <a:t>Week 8 Final Presentation | Data Analytics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297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Lindani Balakisi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AnalystLab Africa Experience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1. Problem &amp; My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t>From appointment data to validated operational 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36576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Business problem: HealthConnect needs to reduce missed appointments and improve patient support.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My responsibility: analyse appointment behaviour, validate KPIs, identify no-show patterns and build an interactive Power BI dashboard.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Final component: a validated Analytics &amp; Decision Support dashboard that segments attendance risk and highlights appointments requiring administrative follow-up.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Tools and methods: Power BI, Power Query, DAX, segmentation, KPI reconciliation, filter testing and decision-support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</a:defRPr>
            </a:pPr>
            <a:r>
              <a:t>HealthConnect | Data Analytics | Lindani Balakisi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2. Final Validated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t>Baseline used throughout final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36576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42316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5,000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Total Appointments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91640"/>
            <a:ext cx="242316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4,737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Actionable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242316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1,696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Unique Patients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59" y="1691640"/>
            <a:ext cx="242316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51.15%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No-Show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20440"/>
            <a:ext cx="242316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48.85%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Attendance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520440"/>
            <a:ext cx="242316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5.26%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Cancellation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520440"/>
            <a:ext cx="242316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72.68%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Reminder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3520440"/>
            <a:ext cx="2423160" cy="132588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743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Action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</a:defRPr>
            </a:pPr>
            <a:r>
              <a:t>HealthConnect | Data Analytics | Lindani Balakisi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3. What Drives No-Show Risk?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t>Strongest validated patterns in the HealthConnect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36576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Booking lead time: no-show rate rises from 29.47% at 0–7 days to 63.95% at 31–60 days.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Previous no-shows: 46.30% with zero previous no-shows versus 63.53% with two or more.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Reminder status: 49.86% no-show with reminder sent versus 54.63% without a reminder — an association, not proof of causation.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Distance: the 15+ km group records the highest distance-band no-show rate at 56.90%.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Appointment type: Follow-up appointments have the highest observed rate at approximately 54.2%.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</a:defRPr>
            </a:pPr>
            <a:r>
              <a:t>HealthConnect | Data Analytics | Lindani Balakisi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4. Risk Segmentation &amp; 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t>Turning analysis into an operational priority 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36576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423160" cy="137160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27.82%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Lower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6969"/>
                </a:solidFill>
              </a:defRPr>
            </a:pPr>
            <a:r>
              <a:t>748 appointments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00200"/>
            <a:ext cx="2423160" cy="137160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41.55%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Medium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29260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6969"/>
                </a:solidFill>
              </a:defRPr>
            </a:pPr>
            <a:r>
              <a:t>1,529 appointments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2423160" cy="137160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61.66%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High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6969"/>
                </a:solidFill>
              </a:defRPr>
            </a:pPr>
            <a:r>
              <a:t>2,490 appointments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59" y="1600200"/>
            <a:ext cx="2423160" cy="1371600"/>
          </a:xfrm>
          <a:prstGeom prst="roundRect">
            <a:avLst/>
          </a:prstGeom>
          <a:solidFill>
            <a:srgbClr val="EFF6FC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7365D"/>
                </a:solidFill>
              </a:defRPr>
            </a:pPr>
            <a:r>
              <a:t>75.34%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Very 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29260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6969"/>
                </a:solidFill>
              </a:defRPr>
            </a:pPr>
            <a:r>
              <a:t>233 appointments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Action Required = High Risk or Very High Risk AND Reminder Sent = No.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Validated queue: 678 High Risk + 65 Very High Risk = 743 Action Required appointments.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</a:defRPr>
            </a:pPr>
            <a:r>
              <a:t>HealthConnect | Data Analytics | Lindani Balakisi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5. Testing &amp;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t>The dashboard was validated before final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36576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Outcome reconciliation: 2,314 Attended + 2,423 No-Show = 4,737 actionable; +263 Cancelled = 5,000.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Risk boundary test: 30 lead days + 2+ previous no-shows = High Risk; 31 days + 2+ = Very High Risk.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Filter-context issues were corrected so Reminder Coverage and risk/action KPIs respond correctly to slicers.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Progressive filter test reached 65 appointments: 65 Very High Risk, 0 High Risk, 0% Reminder Coverage and 65 Action Required.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Combined Follow-up + 31–60 Days + 2+ Previous No-Shows + No Reminder produced 21 appointments and an 80.00% no-show rate.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Reset testing returned the dashboard to the validated 5,000-appointment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</a:defRPr>
            </a:pPr>
            <a:r>
              <a:t>HealthConnect | Data Analytics | Lindani Balakisi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6. Business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t>How HealthConnect can use the analytics operationally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36576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>
                <a:solidFill>
                  <a:srgbClr val="282828"/>
                </a:solidFill>
              </a:defRPr>
            </a:pPr>
            <a:r>
              <a:t>Prioritise the 743 Action Required appointments for administrative follow-up.</a:t>
            </a:r>
          </a:p>
          <a:p>
            <a:pPr>
              <a:spcAft>
                <a:spcPts val="1000"/>
              </a:spcAft>
              <a:defRPr sz="1650">
                <a:solidFill>
                  <a:srgbClr val="282828"/>
                </a:solidFill>
              </a:defRPr>
            </a:pPr>
            <a:r>
              <a:t>Add confirmation or rescheduling touchpoints for long-lead appointments, especially the 31–60 day group.</a:t>
            </a:r>
          </a:p>
          <a:p>
            <a:pPr>
              <a:spcAft>
                <a:spcPts val="1000"/>
              </a:spcAft>
              <a:defRPr sz="1650">
                <a:solidFill>
                  <a:srgbClr val="282828"/>
                </a:solidFill>
              </a:defRPr>
            </a:pPr>
            <a:r>
              <a:t>Use previous no-show history to focus limited follow-up capacity on higher-risk appointments.</a:t>
            </a:r>
          </a:p>
          <a:p>
            <a:pPr>
              <a:spcAft>
                <a:spcPts val="1000"/>
              </a:spcAft>
              <a:defRPr sz="1650">
                <a:solidFill>
                  <a:srgbClr val="282828"/>
                </a:solidFill>
              </a:defRPr>
            </a:pPr>
            <a:r>
              <a:t>Monitor reminder performance by lead time, previous attendance and distance rather than only overall reminder coverage.</a:t>
            </a:r>
          </a:p>
          <a:p>
            <a:pPr>
              <a:spcAft>
                <a:spcPts val="1000"/>
              </a:spcAft>
              <a:defRPr sz="1650">
                <a:solidFill>
                  <a:srgbClr val="282828"/>
                </a:solidFill>
              </a:defRPr>
            </a:pPr>
            <a:r>
              <a:t>Improve completeness of distance and waiting-time fields for stronger future analytics and modelling.</a:t>
            </a:r>
          </a:p>
          <a:p>
            <a:pPr>
              <a:spcAft>
                <a:spcPts val="1000"/>
              </a:spcAft>
              <a:defRPr sz="1650">
                <a:solidFill>
                  <a:srgbClr val="282828"/>
                </a:solidFill>
              </a:defRPr>
            </a:pPr>
            <a:r>
              <a:t>Evaluate future interventions prospectively before making causal claims about their effect on attendance.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</a:defRPr>
            </a:pPr>
            <a:r>
              <a:t>HealthConnect | Data Analytics | Lindani Balakisi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7. Cross-Track Integration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t>Transparent documentation of the outstanding dependency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36576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Planned exchange: Analytics would provide validated no-show patterns, risk segments and candidate features to Data Science for model interpretation.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The Data Science integration was not completed within the available project timeline.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I was advised to proceed with my individual submission, so I have not represented any Data Science output as received or used.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The Analytics component is therefore presented as internally validated, with cross-track model interpretation documented as an outstanding limitation.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The final analytical findings remain suitable for Project Management business recommendations and solution discussion.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</a:defRPr>
            </a:pPr>
            <a:r>
              <a:t>HealthConnect | Data Analytics | Lindani Balakisi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8. Limitations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t>What the dashboard can and cannot conclude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36576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Relationships are observational; they identify patterns but do not establish causality.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Risk segments indicate administrative attendance risk, not clinical risk.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There are 90 missing distance records and 60 missing waiting-time records.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Reminder comparisons may be affected by how reminders were assigned and by unobserved patient factors.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Cross-track Data Science validation was not completed before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</a:defRPr>
            </a:pPr>
            <a:r>
              <a:t>HealthConnect | Data Analytics | Lindani Balakisi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9. Final Outcome &amp;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969"/>
                </a:solidFill>
              </a:defRPr>
            </a:pPr>
            <a:r>
              <a:t>A tested analytics component ready for individual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36576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HealthConnect's no-show burden is high, but the risk is not evenly distributed.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Long booking lead time and previous no-show history consistently identify higher-risk groups.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The Power BI solution converts validated findings into an actionable operational queue.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Week 7 testing strengthened KPI accuracy, filter behaviour, risk logic and dashboard reliability.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The next improvement would be to integrate predictive-model feedback and evaluate interventions prospectively.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16636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365D"/>
                </a:solidFill>
              </a:defRPr>
            </a:pPr>
            <a:r>
              <a:t>Final takeaway: validated analytics can help HealthConnect focus attention where it is most needed while keeping limitations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</a:defRPr>
            </a:pPr>
            <a:r>
              <a:t>HealthConnect | Data Analytics | Lindani Balakisi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911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Lindani Balakisi</cp:lastModifiedBy>
  <cp:revision>1</cp:revision>
  <dcterms:created xsi:type="dcterms:W3CDTF">2013-01-27T09:14:16Z</dcterms:created>
  <dcterms:modified xsi:type="dcterms:W3CDTF">2026-09-27T13:43:48Z</dcterms:modified>
  <cp:category/>
</cp:coreProperties>
</file>